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6858000" y="749808"/>
            <a:ext cx="4389120" cy="4389120"/>
          </a:xfrm>
          <a:prstGeom prst="arc">
            <a:avLst/>
          </a:prstGeom>
          <a:solidFill>
            <a:srgbClr val="091A30"/>
          </a:solidFill>
          <a:ln w="17780">
            <a:solidFill>
              <a:srgbClr val="215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7498079" y="1325880"/>
            <a:ext cx="3108960" cy="3108960"/>
          </a:xfrm>
          <a:prstGeom prst="arc">
            <a:avLst/>
          </a:prstGeom>
          <a:solidFill>
            <a:srgbClr val="091A30"/>
          </a:solidFill>
          <a:ln w="13970">
            <a:solidFill>
              <a:srgbClr val="186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90304" y="2770632"/>
            <a:ext cx="146304" cy="146304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17536" y="1901952"/>
            <a:ext cx="109728" cy="109728"/>
          </a:xfrm>
          <a:prstGeom prst="ellipse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51008" y="1773936"/>
            <a:ext cx="109728" cy="109728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7772400" y="1956816"/>
            <a:ext cx="1591056" cy="877824"/>
          </a:xfrm>
          <a:prstGeom prst="line">
            <a:avLst/>
          </a:prstGeom>
          <a:ln w="10160">
            <a:solidFill>
              <a:srgbClr val="2875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363456" y="1828800"/>
            <a:ext cx="1042416" cy="1005840"/>
          </a:xfrm>
          <a:prstGeom prst="line">
            <a:avLst/>
          </a:prstGeom>
          <a:ln w="10160">
            <a:solidFill>
              <a:srgbClr val="2875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772400" y="1828800"/>
            <a:ext cx="2633472" cy="128016"/>
          </a:xfrm>
          <a:prstGeom prst="line">
            <a:avLst/>
          </a:prstGeom>
          <a:ln w="10160">
            <a:solidFill>
              <a:srgbClr val="2875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85216" y="658368"/>
            <a:ext cx="1737360" cy="347472"/>
          </a:xfrm>
          <a:prstGeom prst="roundRect">
            <a:avLst/>
          </a:prstGeom>
          <a:solidFill>
            <a:srgbClr val="123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745236"/>
            <a:ext cx="1463040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12C4DA"/>
                </a:solidFill>
                <a:latin typeface="Microsoft YaHei"/>
              </a:rPr>
              <a:t>工程实践结题汇报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389888"/>
            <a:ext cx="630936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AIChemMCP
智能调度原型系统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2670048"/>
            <a:ext cx="516636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D2E4F0"/>
                </a:solidFill>
                <a:latin typeface="Microsoft YaHei"/>
              </a:rPr>
              <a:t>面向自动化化学实验流程的仿真调度与模拟设备接口原型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" y="3310128"/>
            <a:ext cx="1234440" cy="310896"/>
          </a:xfrm>
          <a:prstGeom prst="round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374136"/>
            <a:ext cx="1106424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AIMCP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65960" y="3310128"/>
            <a:ext cx="1536192" cy="310896"/>
          </a:xfrm>
          <a:prstGeom prst="roundRect">
            <a:avLst/>
          </a:prstGeom>
          <a:solidFill>
            <a:srgbClr val="185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29967" y="3374136"/>
            <a:ext cx="1408176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Action Server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39312" y="3310128"/>
            <a:ext cx="1719072" cy="310896"/>
          </a:xfrm>
          <a:prstGeom prst="round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3374136"/>
            <a:ext cx="1591055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091A30"/>
                </a:solidFill>
                <a:latin typeface="Microsoft YaHei"/>
              </a:rPr>
              <a:t>Scheduling Runtime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11696" y="4224528"/>
            <a:ext cx="4480560" cy="1234440"/>
          </a:xfrm>
          <a:prstGeom prst="roundRect">
            <a:avLst/>
          </a:prstGeom>
          <a:solidFill>
            <a:srgbClr val="0E3252"/>
          </a:solidFill>
          <a:ln w="12700">
            <a:solidFill>
              <a:srgbClr val="2E8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498848"/>
            <a:ext cx="3977639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Agent -&gt; Runtime -&gt; Scheduler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882896"/>
            <a:ext cx="38404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C4E1EE"/>
                </a:solidFill>
                <a:latin typeface="Microsoft YaHei"/>
              </a:rPr>
              <a:t>任务提交 · 资源调度 · 状态反馈 · 结果归档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5596128"/>
            <a:ext cx="4096512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60" b="0">
                <a:solidFill>
                  <a:srgbClr val="C0D6E3"/>
                </a:solidFill>
                <a:latin typeface="Microsoft YaHei"/>
              </a:rPr>
              <a:t>当前定位：仿真调度原型，未接入真实实验室硬件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510528"/>
            <a:ext cx="62179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B7CFE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75488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91A30"/>
                </a:solidFill>
                <a:latin typeface="Microsoft YaHei"/>
              </a:rPr>
              <a:t>系统总体架构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04672"/>
            <a:ext cx="658368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Microsoft YaHei"/>
              </a:rPr>
              <a:t>接口层与调度层解耦，形成可运行的仿真调度闭环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234440"/>
            <a:ext cx="11228832" cy="2240280"/>
          </a:xfrm>
          <a:prstGeom prst="roundRect">
            <a:avLst/>
          </a:prstGeom>
          <a:solidFill>
            <a:srgbClr val="EEF6FC"/>
          </a:solidFill>
          <a:ln w="1016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444752"/>
            <a:ext cx="18288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1E6BFF"/>
                </a:solidFill>
                <a:latin typeface="Microsoft YaHei"/>
              </a:rPr>
              <a:t>主调用链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83664"/>
            <a:ext cx="1335024" cy="841248"/>
          </a:xfrm>
          <a:prstGeom prst="roundRect">
            <a:avLst/>
          </a:prstGeom>
          <a:solidFill>
            <a:srgbClr val="D7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944" y="1847088"/>
            <a:ext cx="1335024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F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" y="1847088"/>
            <a:ext cx="109728" cy="84124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984248"/>
            <a:ext cx="1024127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50" b="1">
                <a:solidFill>
                  <a:srgbClr val="091A30"/>
                </a:solidFill>
                <a:latin typeface="Microsoft YaHei"/>
              </a:rPr>
              <a:t>用户 /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240280"/>
            <a:ext cx="1024127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0">
                <a:solidFill>
                  <a:srgbClr val="253140"/>
                </a:solidFill>
                <a:latin typeface="Microsoft YaHei"/>
              </a:rPr>
              <a:t>发起调用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468880"/>
            <a:ext cx="1024127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B6C80"/>
                </a:solidFill>
                <a:latin typeface="Microsoft YaHei"/>
              </a:rPr>
              <a:t>agent.py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066543" y="2176272"/>
            <a:ext cx="201168" cy="164592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86000" y="1883664"/>
            <a:ext cx="1335024" cy="841248"/>
          </a:xfrm>
          <a:prstGeom prst="roundRect">
            <a:avLst/>
          </a:prstGeom>
          <a:solidFill>
            <a:srgbClr val="D7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249424" y="1847088"/>
            <a:ext cx="1335024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F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49424" y="1847088"/>
            <a:ext cx="109728" cy="841248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50592" y="1984248"/>
            <a:ext cx="1024127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50" b="1">
                <a:solidFill>
                  <a:srgbClr val="091A30"/>
                </a:solidFill>
                <a:latin typeface="Microsoft YaHei"/>
              </a:rPr>
              <a:t>Action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0592" y="2240280"/>
            <a:ext cx="1024127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0">
                <a:solidFill>
                  <a:srgbClr val="253140"/>
                </a:solidFill>
                <a:latin typeface="Microsoft YaHei"/>
              </a:rPr>
              <a:t>工具路由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50592" y="2468880"/>
            <a:ext cx="1024127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B6C80"/>
                </a:solidFill>
                <a:latin typeface="Microsoft YaHei"/>
              </a:rPr>
              <a:t>servers/action_server.py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621024" y="2176272"/>
            <a:ext cx="201168" cy="164592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840480" y="1883664"/>
            <a:ext cx="1335024" cy="841248"/>
          </a:xfrm>
          <a:prstGeom prst="roundRect">
            <a:avLst/>
          </a:prstGeom>
          <a:solidFill>
            <a:srgbClr val="D7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803904" y="1847088"/>
            <a:ext cx="1335024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F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03904" y="1847088"/>
            <a:ext cx="109728" cy="84124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05072" y="1984248"/>
            <a:ext cx="1024127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50" b="1">
                <a:solidFill>
                  <a:srgbClr val="091A30"/>
                </a:solidFill>
                <a:latin typeface="Microsoft YaHei"/>
              </a:rPr>
              <a:t>Tools 封装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05072" y="2240280"/>
            <a:ext cx="1024127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0">
                <a:solidFill>
                  <a:srgbClr val="253140"/>
                </a:solidFill>
                <a:latin typeface="Microsoft YaHei"/>
              </a:rPr>
              <a:t>参数转换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05072" y="2468880"/>
            <a:ext cx="1024127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B6C80"/>
                </a:solidFill>
                <a:latin typeface="Microsoft YaHei"/>
              </a:rPr>
              <a:t>tools/action_server_tools.py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175504" y="2176272"/>
            <a:ext cx="201168" cy="164592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394959" y="1883664"/>
            <a:ext cx="1335024" cy="841248"/>
          </a:xfrm>
          <a:prstGeom prst="roundRect">
            <a:avLst/>
          </a:prstGeom>
          <a:solidFill>
            <a:srgbClr val="D7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358383" y="1847088"/>
            <a:ext cx="1335024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F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58383" y="1847088"/>
            <a:ext cx="109728" cy="841248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59551" y="1984248"/>
            <a:ext cx="1024127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50" b="1">
                <a:solidFill>
                  <a:srgbClr val="091A30"/>
                </a:solidFill>
                <a:latin typeface="Microsoft YaHei"/>
              </a:rPr>
              <a:t>Runtime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59551" y="2240280"/>
            <a:ext cx="1024127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0">
                <a:solidFill>
                  <a:srgbClr val="253140"/>
                </a:solidFill>
                <a:latin typeface="Microsoft YaHei"/>
              </a:rPr>
              <a:t>维护状态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59551" y="2468880"/>
            <a:ext cx="1024127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B6C80"/>
                </a:solidFill>
                <a:latin typeface="Microsoft YaHei"/>
              </a:rPr>
              <a:t>scheduling/runtime.py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6729983" y="2176272"/>
            <a:ext cx="201168" cy="164592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949440" y="1883664"/>
            <a:ext cx="1335024" cy="841248"/>
          </a:xfrm>
          <a:prstGeom prst="roundRect">
            <a:avLst/>
          </a:prstGeom>
          <a:solidFill>
            <a:srgbClr val="D7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912864" y="1847088"/>
            <a:ext cx="1335024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F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12864" y="1847088"/>
            <a:ext cx="109728" cy="841248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14031" y="1984248"/>
            <a:ext cx="1024127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50" b="1">
                <a:solidFill>
                  <a:srgbClr val="091A30"/>
                </a:solidFill>
                <a:latin typeface="Microsoft YaHei"/>
              </a:rPr>
              <a:t>Scheduler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14031" y="2240280"/>
            <a:ext cx="1024127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0">
                <a:solidFill>
                  <a:srgbClr val="253140"/>
                </a:solidFill>
                <a:latin typeface="Microsoft YaHei"/>
              </a:rPr>
              <a:t>资源预留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14031" y="2468880"/>
            <a:ext cx="1024127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B6C80"/>
                </a:solidFill>
                <a:latin typeface="Microsoft YaHei"/>
              </a:rPr>
              <a:t>scheduling/scheduler.py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8284463" y="2176272"/>
            <a:ext cx="201168" cy="164592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503919" y="1883664"/>
            <a:ext cx="1335024" cy="841248"/>
          </a:xfrm>
          <a:prstGeom prst="roundRect">
            <a:avLst/>
          </a:prstGeom>
          <a:solidFill>
            <a:srgbClr val="D7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467344" y="1847088"/>
            <a:ext cx="1335024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F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467344" y="1847088"/>
            <a:ext cx="109728" cy="84124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68512" y="1984248"/>
            <a:ext cx="1024127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50" b="1">
                <a:solidFill>
                  <a:srgbClr val="091A30"/>
                </a:solidFill>
                <a:latin typeface="Microsoft YaHei"/>
              </a:rPr>
              <a:t>Models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68512" y="2240280"/>
            <a:ext cx="1024127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0">
                <a:solidFill>
                  <a:srgbClr val="253140"/>
                </a:solidFill>
                <a:latin typeface="Microsoft YaHei"/>
              </a:rPr>
              <a:t>任务资源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68512" y="2468880"/>
            <a:ext cx="1024127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B6C80"/>
                </a:solidFill>
                <a:latin typeface="Microsoft YaHei"/>
              </a:rPr>
              <a:t>scheduling/models.py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9838943" y="2176272"/>
            <a:ext cx="201168" cy="164592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058399" y="1883664"/>
            <a:ext cx="1335024" cy="841248"/>
          </a:xfrm>
          <a:prstGeom prst="roundRect">
            <a:avLst/>
          </a:prstGeom>
          <a:solidFill>
            <a:srgbClr val="D7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021824" y="1847088"/>
            <a:ext cx="1335024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F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021824" y="1847088"/>
            <a:ext cx="109728" cy="84124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22992" y="1984248"/>
            <a:ext cx="1024127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50" b="1">
                <a:solidFill>
                  <a:srgbClr val="091A30"/>
                </a:solidFill>
                <a:latin typeface="Microsoft YaHei"/>
              </a:rPr>
              <a:t>demo_result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22992" y="2240280"/>
            <a:ext cx="1024127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0">
                <a:solidFill>
                  <a:srgbClr val="253140"/>
                </a:solidFill>
                <a:latin typeface="Microsoft YaHei"/>
              </a:rPr>
              <a:t>结果归档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22992" y="2468880"/>
            <a:ext cx="1024127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B6C80"/>
                </a:solidFill>
                <a:latin typeface="Microsoft YaHei"/>
              </a:rPr>
              <a:t>outputs/demo_result.json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41248" y="3886200"/>
            <a:ext cx="2971800" cy="8961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A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87552" y="4041648"/>
            <a:ext cx="228600" cy="228600"/>
          </a:xfrm>
          <a:prstGeom prst="ellipse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98448" y="4005072"/>
            <a:ext cx="2386584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91A30"/>
                </a:solidFill>
                <a:latin typeface="Microsoft YaHei"/>
              </a:rPr>
              <a:t>输入数据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98448" y="4279392"/>
            <a:ext cx="2386584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0">
                <a:solidFill>
                  <a:srgbClr val="253140"/>
                </a:solidFill>
                <a:latin typeface="Microsoft YaHei"/>
              </a:rPr>
              <a:t>examples/*.json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98448" y="4498848"/>
            <a:ext cx="2386584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19" b="0">
                <a:solidFill>
                  <a:srgbClr val="5B6C80"/>
                </a:solidFill>
                <a:latin typeface="Microsoft YaHei"/>
              </a:rPr>
              <a:t>示例任务、资源、工作流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608576" y="3886200"/>
            <a:ext cx="2971800" cy="8961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A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754880" y="4041648"/>
            <a:ext cx="228600" cy="228600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65776" y="4005072"/>
            <a:ext cx="2386584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91A30"/>
                </a:solidFill>
                <a:latin typeface="Microsoft YaHei"/>
              </a:rPr>
              <a:t>调度能力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65776" y="4279392"/>
            <a:ext cx="2386584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0">
                <a:solidFill>
                  <a:srgbClr val="253140"/>
                </a:solidFill>
                <a:latin typeface="Microsoft YaHei"/>
              </a:rPr>
              <a:t>任务提交 / 状态查询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65776" y="4498848"/>
            <a:ext cx="2386584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19" b="0">
                <a:solidFill>
                  <a:srgbClr val="5B6C80"/>
                </a:solidFill>
                <a:latin typeface="Microsoft YaHei"/>
              </a:rPr>
              <a:t>时间推进、执行记录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375904" y="3886200"/>
            <a:ext cx="2971800" cy="8961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A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522208" y="4041648"/>
            <a:ext cx="228600" cy="2286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833104" y="4005072"/>
            <a:ext cx="2386584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91A30"/>
                </a:solidFill>
                <a:latin typeface="Microsoft YaHei"/>
              </a:rPr>
              <a:t>验证闭环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33104" y="4279392"/>
            <a:ext cx="2386584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0">
                <a:solidFill>
                  <a:srgbClr val="253140"/>
                </a:solidFill>
                <a:latin typeface="Microsoft YaHei"/>
              </a:rPr>
              <a:t>tests + demo smoke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33104" y="4498848"/>
            <a:ext cx="2386584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19" b="0">
                <a:solidFill>
                  <a:srgbClr val="5B6C80"/>
                </a:solidFill>
                <a:latin typeface="Microsoft YaHei"/>
              </a:rPr>
              <a:t>输出结果可复现</a:t>
            </a:r>
          </a:p>
        </p:txBody>
      </p:sp>
      <p:cxnSp>
        <p:nvCxnSpPr>
          <p:cNvPr id="70" name="Connector 69"/>
          <p:cNvCxnSpPr/>
          <p:nvPr/>
        </p:nvCxnSpPr>
        <p:spPr>
          <a:xfrm flipV="1">
            <a:off x="2331720" y="3447288"/>
            <a:ext cx="0" cy="411480"/>
          </a:xfrm>
          <a:prstGeom prst="line">
            <a:avLst/>
          </a:prstGeom>
          <a:ln w="10160">
            <a:solidFill>
              <a:srgbClr val="ACC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080760" y="3447288"/>
            <a:ext cx="0" cy="411480"/>
          </a:xfrm>
          <a:prstGeom prst="line">
            <a:avLst/>
          </a:prstGeom>
          <a:ln w="10160">
            <a:solidFill>
              <a:srgbClr val="ACC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9829800" y="3447288"/>
            <a:ext cx="0" cy="411480"/>
          </a:xfrm>
          <a:prstGeom prst="line">
            <a:avLst/>
          </a:prstGeom>
          <a:ln w="10160">
            <a:solidFill>
              <a:srgbClr val="ACC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658368" y="5559552"/>
            <a:ext cx="2057400" cy="493776"/>
          </a:xfrm>
          <a:prstGeom prst="roundRect">
            <a:avLst/>
          </a:prstGeom>
          <a:solidFill>
            <a:srgbClr val="09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86384" y="5650992"/>
            <a:ext cx="749808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Microsoft YaHei"/>
              </a:rPr>
              <a:t>接口层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618488" y="5650992"/>
            <a:ext cx="868680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19" b="0">
                <a:solidFill>
                  <a:srgbClr val="C8E0EE"/>
                </a:solidFill>
                <a:latin typeface="Microsoft YaHei"/>
              </a:rPr>
              <a:t>工具路由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871215" y="5559552"/>
            <a:ext cx="2057400" cy="493776"/>
          </a:xfrm>
          <a:prstGeom prst="round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999232" y="5650992"/>
            <a:ext cx="749808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1">
                <a:solidFill>
                  <a:srgbClr val="091A30"/>
                </a:solidFill>
                <a:latin typeface="Microsoft YaHei"/>
              </a:rPr>
              <a:t>运行时层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31335" y="5650992"/>
            <a:ext cx="868680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19" b="0">
                <a:solidFill>
                  <a:srgbClr val="5B6C80"/>
                </a:solidFill>
                <a:latin typeface="Microsoft YaHei"/>
              </a:rPr>
              <a:t>状态维护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084064" y="5559552"/>
            <a:ext cx="2057400" cy="493776"/>
          </a:xfrm>
          <a:prstGeom prst="round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212079" y="5650992"/>
            <a:ext cx="749808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1">
                <a:solidFill>
                  <a:srgbClr val="091A30"/>
                </a:solidFill>
                <a:latin typeface="Microsoft YaHei"/>
              </a:rPr>
              <a:t>调度层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044183" y="5650992"/>
            <a:ext cx="868680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19" b="0">
                <a:solidFill>
                  <a:srgbClr val="5B6C80"/>
                </a:solidFill>
                <a:latin typeface="Microsoft YaHei"/>
              </a:rPr>
              <a:t>资源预留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296912" y="5559552"/>
            <a:ext cx="2057400" cy="493776"/>
          </a:xfrm>
          <a:prstGeom prst="round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24927" y="5650992"/>
            <a:ext cx="749808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1">
                <a:solidFill>
                  <a:srgbClr val="091A30"/>
                </a:solidFill>
                <a:latin typeface="Microsoft YaHei"/>
              </a:rPr>
              <a:t>数据模型层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57031" y="5650992"/>
            <a:ext cx="868680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19" b="0">
                <a:solidFill>
                  <a:srgbClr val="5B6C80"/>
                </a:solidFill>
                <a:latin typeface="Microsoft YaHei"/>
              </a:rPr>
              <a:t>任务资源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509759" y="5559552"/>
            <a:ext cx="2057400" cy="493776"/>
          </a:xfrm>
          <a:prstGeom prst="round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637776" y="5650992"/>
            <a:ext cx="749808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1">
                <a:solidFill>
                  <a:srgbClr val="091A30"/>
                </a:solidFill>
                <a:latin typeface="Microsoft YaHei"/>
              </a:rPr>
              <a:t>验证层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469880" y="5650992"/>
            <a:ext cx="868680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19" b="0">
                <a:solidFill>
                  <a:srgbClr val="5B6C80"/>
                </a:solidFill>
                <a:latin typeface="Microsoft YaHei"/>
              </a:rPr>
              <a:t>测试归档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58368" y="6199632"/>
            <a:ext cx="530352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5B6C80"/>
                </a:solidFill>
                <a:latin typeface="Microsoft YaHei"/>
              </a:rPr>
              <a:t>说明：当前系统为模拟设备接口与仿真调度闭环，不声明真实硬件接入。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6928" y="6510528"/>
            <a:ext cx="62179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75488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91A30"/>
                </a:solidFill>
                <a:latin typeface="Microsoft YaHei"/>
              </a:rPr>
              <a:t>Demo 演示流程 / 调度闭环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04672"/>
            <a:ext cx="658368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Microsoft YaHei"/>
              </a:rPr>
              <a:t>从示例数据到结构化输出，验证原型可运行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25880"/>
            <a:ext cx="11045952" cy="16276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5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673352"/>
            <a:ext cx="493776" cy="493776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10512"/>
            <a:ext cx="256032" cy="1097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091A30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2313432"/>
            <a:ext cx="1170432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60" b="1">
                <a:solidFill>
                  <a:srgbClr val="091A30"/>
                </a:solidFill>
                <a:latin typeface="Microsoft YaHei"/>
              </a:rPr>
              <a:t>加载示例数据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444752" y="1837943"/>
            <a:ext cx="950976" cy="128016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51760" y="1673352"/>
            <a:ext cx="493776" cy="493776"/>
          </a:xfrm>
          <a:prstGeom prst="ellipse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0632" y="1810512"/>
            <a:ext cx="256032" cy="1097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4288" y="2313432"/>
            <a:ext cx="1170432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60" b="1">
                <a:solidFill>
                  <a:srgbClr val="091A30"/>
                </a:solidFill>
                <a:latin typeface="Microsoft YaHei"/>
              </a:rPr>
              <a:t>提交实验任务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27832" y="1837943"/>
            <a:ext cx="950976" cy="128016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07408" y="1673352"/>
            <a:ext cx="493776" cy="493776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810512"/>
            <a:ext cx="256032" cy="1097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9936" y="2313432"/>
            <a:ext cx="1170432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60" b="1">
                <a:solidFill>
                  <a:srgbClr val="091A30"/>
                </a:solidFill>
                <a:latin typeface="Microsoft YaHei"/>
              </a:rPr>
              <a:t>分配资源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983480" y="1837943"/>
            <a:ext cx="950976" cy="128016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099048" y="1673352"/>
            <a:ext cx="493776" cy="493776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810512"/>
            <a:ext cx="256032" cy="1097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51576" y="2313432"/>
            <a:ext cx="1170432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60" b="1">
                <a:solidFill>
                  <a:srgbClr val="091A30"/>
                </a:solidFill>
                <a:latin typeface="Microsoft YaHei"/>
              </a:rPr>
              <a:t>推进模拟时间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675120" y="1837943"/>
            <a:ext cx="950976" cy="128016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27264" y="1673352"/>
            <a:ext cx="493776" cy="493776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46136" y="1810512"/>
            <a:ext cx="256032" cy="1097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9792" y="2313432"/>
            <a:ext cx="1170432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60" b="1">
                <a:solidFill>
                  <a:srgbClr val="091A30"/>
                </a:solidFill>
                <a:latin typeface="Microsoft YaHei"/>
              </a:rPr>
              <a:t>查询状态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403336" y="1837943"/>
            <a:ext cx="950976" cy="128016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55480" y="1673352"/>
            <a:ext cx="493776" cy="493776"/>
          </a:xfrm>
          <a:prstGeom prst="ellipse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74352" y="1810512"/>
            <a:ext cx="256032" cy="1097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8007" y="2313432"/>
            <a:ext cx="1170432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60" b="1">
                <a:solidFill>
                  <a:srgbClr val="091A30"/>
                </a:solidFill>
                <a:latin typeface="Microsoft YaHei"/>
              </a:rPr>
              <a:t>输出结果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976" y="3703320"/>
            <a:ext cx="2926080" cy="96926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A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97280" y="3858768"/>
            <a:ext cx="228600" cy="228600"/>
          </a:xfrm>
          <a:prstGeom prst="ellipse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08176" y="3822191"/>
            <a:ext cx="2340864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91A30"/>
                </a:solidFill>
                <a:latin typeface="Microsoft YaHei"/>
              </a:rPr>
              <a:t>任务状态变化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8176" y="4096511"/>
            <a:ext cx="2340864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0">
                <a:solidFill>
                  <a:srgbClr val="253140"/>
                </a:solidFill>
                <a:latin typeface="Microsoft YaHei"/>
              </a:rPr>
              <a:t>4 个任务全部完成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08176" y="4315968"/>
            <a:ext cx="2340864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19" b="0">
                <a:solidFill>
                  <a:srgbClr val="5B6C80"/>
                </a:solidFill>
                <a:latin typeface="Microsoft YaHei"/>
              </a:rPr>
              <a:t>TASK-0004 为三步 workflow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26864" y="3703320"/>
            <a:ext cx="2926080" cy="96926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A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73168" y="3858768"/>
            <a:ext cx="228600" cy="228600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84064" y="3822191"/>
            <a:ext cx="2340864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91A30"/>
                </a:solidFill>
                <a:latin typeface="Microsoft YaHei"/>
              </a:rPr>
              <a:t>模拟时间推进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84064" y="4096511"/>
            <a:ext cx="2340864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0">
                <a:solidFill>
                  <a:srgbClr val="253140"/>
                </a:solidFill>
                <a:latin typeface="Microsoft YaHei"/>
              </a:rPr>
              <a:t>final time = 152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84064" y="4315968"/>
            <a:ext cx="2340864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19" b="0">
                <a:solidFill>
                  <a:srgbClr val="5B6C80"/>
                </a:solidFill>
                <a:latin typeface="Microsoft YaHei"/>
              </a:rPr>
              <a:t>中途 time 39 产生完成事件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02752" y="3703320"/>
            <a:ext cx="2926080" cy="96926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A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49056" y="3858768"/>
            <a:ext cx="228600" cy="2286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59952" y="3822191"/>
            <a:ext cx="2340864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91A30"/>
                </a:solidFill>
                <a:latin typeface="Microsoft YaHei"/>
              </a:rPr>
              <a:t>输出结果归档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59952" y="4096511"/>
            <a:ext cx="2340864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0">
                <a:solidFill>
                  <a:srgbClr val="253140"/>
                </a:solidFill>
                <a:latin typeface="Microsoft YaHei"/>
              </a:rPr>
              <a:t>demo_result.json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59952" y="4315968"/>
            <a:ext cx="2340864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19" b="0">
                <a:solidFill>
                  <a:srgbClr val="5B6C80"/>
                </a:solidFill>
                <a:latin typeface="Microsoft YaHei"/>
              </a:rPr>
              <a:t>all_completed: true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926080" y="5230368"/>
            <a:ext cx="6327648" cy="530352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82112" y="5376672"/>
            <a:ext cx="580644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5B6C80"/>
                </a:solidFill>
                <a:latin typeface="Microsoft YaHei"/>
              </a:rPr>
              <a:t>真实依据：AIChemMCP-main/outputs/demo_result.json；当前为 simulation / mock hardware。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510528"/>
            <a:ext cx="62179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